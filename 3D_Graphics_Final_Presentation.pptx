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457200"/>
            <a:ext cx="2560320" cy="5303520"/>
          </a:xfrm>
          <a:prstGeom prst="rect">
            <a:avLst/>
          </a:prstGeom>
          <a:solidFill>
            <a:srgbClr val="1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C030"/>
                </a:solidFill>
              </a:rPr>
              <a:t>3D Solar System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0D0FF"/>
                </a:solidFill>
              </a:rPr>
              <a:t>Final Project — 3D 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5029200" cy="36576"/>
          </a:xfrm>
          <a:prstGeom prst="rect">
            <a:avLst/>
          </a:prstGeom>
          <a:solidFill>
            <a:srgbClr val="3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CCCCDD"/>
                </a:solidFill>
              </a:rPr>
              <a:t>Student :  Hüseyin Tunay Çelik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CCDD"/>
                </a:solidFill>
              </a:rPr>
              <a:t>ID      :  97294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CCDD"/>
                </a:solidFill>
              </a:rPr>
              <a:t>Course  :  3D Graphics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CCDD"/>
                </a:solidFill>
              </a:rPr>
              <a:t>Lecturer:  Vishnu Suresh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CCDD"/>
                </a:solidFill>
              </a:rPr>
              <a:t>Univ.   :  WSB Merito Wrocław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31520"/>
          </a:xfrm>
          <a:prstGeom prst="rect">
            <a:avLst/>
          </a:prstGeom>
          <a:solidFill>
            <a:srgbClr val="0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30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</a:rPr>
              <a:t>The Solar System Simulator is a real-time interactive 3D application that renders the 8 planets of our solar system orbiting around the Sun, complete with a Moon orbiting Earth, Saturn's rings, and a dense cosmic starfield.
Built with Python 3, PyOpenGL, and GLFW, the application demonstrates the core concepts covered throughout the 3D Graphics course at WSB Merito Wrocław.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834640"/>
            <a:ext cx="2743200" cy="3200400"/>
          </a:xfrm>
          <a:prstGeom prst="rect">
            <a:avLst/>
          </a:prstGeom>
          <a:solidFill>
            <a:srgbClr val="10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0FF"/>
                </a:solidFill>
              </a:rPr>
              <a:t>✅  Condition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30"/>
                </a:solidFill>
              </a:rPr>
              <a:t>At least 3 visible 3D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Sun + 8 Planets + Moon
+ Saturn's rings = 11 objects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834640"/>
            <a:ext cx="2743200" cy="3200400"/>
          </a:xfrm>
          <a:prstGeom prst="rect">
            <a:avLst/>
          </a:prstGeom>
          <a:solidFill>
            <a:srgbClr val="10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0FF"/>
                </a:solidFill>
              </a:rPr>
              <a:t>✅  Condition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30"/>
                </a:solidFill>
              </a:rPr>
              <a:t>Meaningful background / scene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600-star starfield, orbital
paths, dynamic point lighting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2743200" cy="3200400"/>
          </a:xfrm>
          <a:prstGeom prst="rect">
            <a:avLst/>
          </a:prstGeom>
          <a:solidFill>
            <a:srgbClr val="10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D0FF"/>
                </a:solidFill>
              </a:rPr>
              <a:t>✅  Condition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30"/>
                </a:solidFill>
              </a:rPr>
              <a:t>Some form of animation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Orbital motion, axial
rotation, interactive camera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31520"/>
          </a:xfrm>
          <a:prstGeom prst="rect">
            <a:avLst/>
          </a:prstGeom>
          <a:solidFill>
            <a:srgbClr val="0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30"/>
                </a:solidFill>
              </a:rPr>
              <a:t>Technical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🔵  Technology Stack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Language  : Python 3.11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Windowing : GLFW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Renderer  : PyOpenGL (OpenGL 1.x)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Math      : NumPy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Quadrics  : GLU Sphere / Quadric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🔵  Geometry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All 3D objects drawn with gluSphere()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Saturn rings: GL_TRIANGLE_STRIP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Orbit paths: GL_LINE_LOOP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Starfield : GL_POINTS (600 stars)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🔵  Lighting Model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GL_LIGHT0 at Sun origin (point light)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Diffuse + Specular per planet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Attenuation: quadratic falloff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GL_NORMALIZE for correct normals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🔵  Camera System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Spherical coordinates (yaw, pitch, dist)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Mouse drag → rotate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Scroll wheel → zoom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CCDD"/>
                </a:solidFill>
              </a:rPr>
              <a:t>   • gluLookAt() updates each 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31520"/>
          </a:xfrm>
          <a:prstGeom prst="rect">
            <a:avLst/>
          </a:prstGeom>
          <a:solidFill>
            <a:srgbClr val="0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30"/>
                </a:solidFill>
              </a:rPr>
              <a:t>Animation &amp; Scene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0"/>
                </a:solidFill>
              </a:rPr>
              <a:t>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0"/>
                </a:solidFill>
              </a:rPr>
              <a:t>Orbit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0"/>
                </a:solidFill>
              </a:rPr>
              <a:t>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30"/>
                </a:solidFill>
              </a:rPr>
              <a:t>Special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996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☀  Sun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996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996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996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Glow layers (alpha blended)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☿  Mercury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4.74°/s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10°/s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Smallest orbit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487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♀  Venus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87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3.50°/s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487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6°/s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87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Warm 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980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🌍  Earth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980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2.98°/s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80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15°/s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80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Has orbiting Moon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🌙  Moon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13.0°/s*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*around Earth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9684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♂  Mars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9684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2.41°/s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9684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14°/s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684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Red-orange tint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462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♃  Jupiter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462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1.31°/s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462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35°/s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62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Largest planet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956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♄  Saturn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956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0.97°/s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956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32°/s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956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Tilted ring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449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⛢  Uranus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449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0.68°/s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5449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20°/s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49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Ice-blue hue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943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♆  Neptune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943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0.54°/s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943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22°/s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943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Deepest blue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31520"/>
          </a:xfrm>
          <a:prstGeom prst="rect">
            <a:avLst/>
          </a:prstGeom>
          <a:solidFill>
            <a:srgbClr val="0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30"/>
                </a:solidFill>
              </a:rPr>
              <a:t>Key Code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8595360" cy="169164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0FF"/>
                </a:solidFill>
              </a:rPr>
              <a:t>▸  Lighting Setup (Sun as light source)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30"/>
                </a:solidFill>
              </a:rPr>
              <a:t>glLightfv(GL_LIGHT0, GL_POSITION, [0,0,0,1.0])  # point at origin
glLightfv(GL_LIGHT0, GL_DIFFUSE,  [1.0,1.0,0.9,1.0])
glLightf (GL_LIGHT0, GL_QUADRATIC_ATTENUATION, 0.001)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80360"/>
            <a:ext cx="8595360" cy="169164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0FF"/>
                </a:solidFill>
              </a:rPr>
              <a:t>▸  Orbital Motion (per-frame update)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8229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30"/>
                </a:solidFill>
              </a:rPr>
              <a:t>orbit_angle = (orbit_speed * sim_time) % 360.0
ox = cos(radians(orbit_angle)) * orbit_radius
oz = sin(radians(orbit_angle)) * orbit_radius
glTranslatef(ox, 0.0, oz)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800600"/>
            <a:ext cx="8595360" cy="169164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D0FF"/>
                </a:solidFill>
              </a:rPr>
              <a:t>▸  Spherical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8229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30"/>
                </a:solidFill>
              </a:rPr>
              <a:t>eye_x = dist * cos(pitch) * sin(yaw)
eye_y = dist * sin(pitch)
eye_z = dist * cos(pitch) * cos(yaw)
gluLookAt(eye_x, eye_y, eye_z,  0,0,0,  0,1,0)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31520"/>
          </a:xfrm>
          <a:prstGeom prst="rect">
            <a:avLst/>
          </a:prstGeom>
          <a:solidFill>
            <a:srgbClr val="0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30"/>
                </a:solidFill>
              </a:rPr>
              <a:t>How to Run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8595360" cy="155448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0FF"/>
                </a:solidFill>
              </a:rPr>
              <a:t>Step 1 — Install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030"/>
                </a:solidFill>
              </a:rPr>
              <a:t>pip install pyopengl pyopengl-accelerate glfw numpy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8595360" cy="155448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0FF"/>
                </a:solidFill>
              </a:rPr>
              <a:t>Step 2 — Run the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030"/>
                </a:solidFill>
              </a:rPr>
              <a:t>python main.py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8595360" cy="155448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0D0FF"/>
                </a:solidFill>
              </a:rPr>
              <a:t>Step 3 — Interact with the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030"/>
                </a:solidFill>
              </a:rPr>
              <a:t>Mouse Left-Click + Drag  →  Rotate camera
Scroll Wheel             →  Zoom in / out
R key                    →  Reset camera to default view
+ / - keys               →  Speed up / slow down simulation
ESC                      →  Quit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DD"/>
                </a:solidFill>
              </a:rPr>
              <a:t>Submitted by  Hüseyin Tunay Çelik  •  97294  •  WSB Merito Wrocław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FF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